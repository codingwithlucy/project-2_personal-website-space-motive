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30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1977D-CBBD-4125-865D-38B4DC2E4DD6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F2FC7-A643-47E2-BC33-5F78AD78A2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a 5"/>
          <p:cNvGrpSpPr/>
          <p:nvPr/>
        </p:nvGrpSpPr>
        <p:grpSpPr>
          <a:xfrm>
            <a:off x="2143108" y="857232"/>
            <a:ext cx="4572032" cy="4708981"/>
            <a:chOff x="2143108" y="857232"/>
            <a:chExt cx="4572032" cy="4708981"/>
          </a:xfrm>
        </p:grpSpPr>
        <p:sp>
          <p:nvSpPr>
            <p:cNvPr id="4" name="Prostokąt zaokrąglony 3"/>
            <p:cNvSpPr/>
            <p:nvPr/>
          </p:nvSpPr>
          <p:spPr>
            <a:xfrm>
              <a:off x="2143108" y="928670"/>
              <a:ext cx="4572032" cy="4572032"/>
            </a:xfrm>
            <a:prstGeom prst="roundRect">
              <a:avLst>
                <a:gd name="adj" fmla="val 17255"/>
              </a:avLst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ole tekstowe 4"/>
            <p:cNvSpPr txBox="1"/>
            <p:nvPr/>
          </p:nvSpPr>
          <p:spPr>
            <a:xfrm>
              <a:off x="2143108" y="857232"/>
              <a:ext cx="4572032" cy="470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30000" b="1" spc="600" dirty="0" smtClean="0">
                  <a:solidFill>
                    <a:schemeClr val="bg1"/>
                  </a:solidFill>
                  <a:latin typeface="Malgun Gothic" pitchFamily="34" charset="-127"/>
                  <a:ea typeface="Malgun Gothic" pitchFamily="34" charset="-127"/>
                </a:rPr>
                <a:t>in</a:t>
              </a:r>
              <a:endParaRPr lang="en-US" sz="30000" b="1" spc="600" dirty="0">
                <a:solidFill>
                  <a:schemeClr val="bg1"/>
                </a:solidFill>
                <a:latin typeface="Malgun Gothic" pitchFamily="34" charset="-127"/>
                <a:ea typeface="Malgun Gothic" pitchFamily="34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a 6"/>
          <p:cNvGrpSpPr/>
          <p:nvPr/>
        </p:nvGrpSpPr>
        <p:grpSpPr>
          <a:xfrm>
            <a:off x="2143108" y="928670"/>
            <a:ext cx="4572032" cy="4923295"/>
            <a:chOff x="2143108" y="928670"/>
            <a:chExt cx="4572032" cy="4923295"/>
          </a:xfrm>
        </p:grpSpPr>
        <p:sp>
          <p:nvSpPr>
            <p:cNvPr id="4" name="Prostokąt zaokrąglony 3"/>
            <p:cNvSpPr/>
            <p:nvPr/>
          </p:nvSpPr>
          <p:spPr>
            <a:xfrm>
              <a:off x="2143108" y="928670"/>
              <a:ext cx="4572032" cy="4572032"/>
            </a:xfrm>
            <a:prstGeom prst="roundRect">
              <a:avLst>
                <a:gd name="adj" fmla="val 17255"/>
              </a:avLst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ole tekstowe 4"/>
            <p:cNvSpPr txBox="1"/>
            <p:nvPr/>
          </p:nvSpPr>
          <p:spPr>
            <a:xfrm>
              <a:off x="2143108" y="1142984"/>
              <a:ext cx="3571900" cy="470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30000" b="1" spc="600" dirty="0" smtClean="0">
                  <a:solidFill>
                    <a:schemeClr val="bg1"/>
                  </a:solidFill>
                  <a:latin typeface="High Tower Text" pitchFamily="18" charset="0"/>
                  <a:ea typeface="Malgun Gothic" pitchFamily="34" charset="-127"/>
                </a:rPr>
                <a:t>R</a:t>
              </a:r>
              <a:endParaRPr lang="en-US" sz="30000" b="1" spc="600" dirty="0">
                <a:solidFill>
                  <a:schemeClr val="bg1"/>
                </a:solidFill>
                <a:latin typeface="High Tower Text" pitchFamily="18" charset="0"/>
                <a:ea typeface="Malgun Gothic" pitchFamily="34" charset="-127"/>
              </a:endParaRPr>
            </a:p>
          </p:txBody>
        </p:sp>
        <p:sp>
          <p:nvSpPr>
            <p:cNvPr id="6" name="pole tekstowe 5"/>
            <p:cNvSpPr txBox="1"/>
            <p:nvPr/>
          </p:nvSpPr>
          <p:spPr>
            <a:xfrm>
              <a:off x="4357686" y="1214422"/>
              <a:ext cx="21526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2000" b="1" spc="600" dirty="0" smtClean="0">
                  <a:solidFill>
                    <a:schemeClr val="bg1"/>
                  </a:solidFill>
                  <a:latin typeface="Bahnschrift SemiLight" pitchFamily="34" charset="0"/>
                  <a:ea typeface="Malgun Gothic" pitchFamily="34" charset="-127"/>
                </a:rPr>
                <a:t>G</a:t>
              </a:r>
              <a:endParaRPr lang="en-US" sz="12000" b="1" spc="600" dirty="0">
                <a:solidFill>
                  <a:schemeClr val="bg1"/>
                </a:solidFill>
                <a:latin typeface="Bahnschrift SemiLight" pitchFamily="34" charset="0"/>
                <a:ea typeface="Malgun Gothic" pitchFamily="34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a 5"/>
          <p:cNvGrpSpPr/>
          <p:nvPr/>
        </p:nvGrpSpPr>
        <p:grpSpPr>
          <a:xfrm>
            <a:off x="214282" y="928670"/>
            <a:ext cx="8715436" cy="4572032"/>
            <a:chOff x="214282" y="928670"/>
            <a:chExt cx="8715436" cy="4572032"/>
          </a:xfrm>
        </p:grpSpPr>
        <p:sp>
          <p:nvSpPr>
            <p:cNvPr id="4" name="Prostokąt zaokrąglony 3"/>
            <p:cNvSpPr/>
            <p:nvPr/>
          </p:nvSpPr>
          <p:spPr>
            <a:xfrm>
              <a:off x="214282" y="928670"/>
              <a:ext cx="8715436" cy="4572032"/>
            </a:xfrm>
            <a:prstGeom prst="roundRect">
              <a:avLst>
                <a:gd name="adj" fmla="val 17255"/>
              </a:avLst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ole tekstowe 4"/>
            <p:cNvSpPr txBox="1"/>
            <p:nvPr/>
          </p:nvSpPr>
          <p:spPr>
            <a:xfrm>
              <a:off x="214282" y="2143116"/>
              <a:ext cx="8715436" cy="255454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l-PL" sz="16000" b="1" spc="600" dirty="0" smtClean="0">
                  <a:solidFill>
                    <a:schemeClr val="bg1"/>
                  </a:solidFill>
                  <a:latin typeface="Malgun Gothic" pitchFamily="34" charset="-127"/>
                  <a:ea typeface="Malgun Gothic" pitchFamily="34" charset="-127"/>
                </a:rPr>
                <a:t>CROSBY</a:t>
              </a:r>
              <a:endParaRPr lang="en-US" sz="16000" b="1" spc="600" dirty="0">
                <a:solidFill>
                  <a:schemeClr val="bg1"/>
                </a:solidFill>
                <a:latin typeface="Malgun Gothic" pitchFamily="34" charset="-127"/>
                <a:ea typeface="Malgun Gothic" pitchFamily="34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</Words>
  <Application>Microsoft Office PowerPoint</Application>
  <PresentationFormat>Pokaz na ekranie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4" baseType="lpstr">
      <vt:lpstr>Motyw pakietu Office</vt:lpstr>
      <vt:lpstr>Slajd 1</vt:lpstr>
      <vt:lpstr>Slajd 2</vt:lpstr>
      <vt:lpstr>Slajd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Pietrzak</dc:creator>
  <cp:lastModifiedBy>Pietrzak</cp:lastModifiedBy>
  <cp:revision>2</cp:revision>
  <dcterms:created xsi:type="dcterms:W3CDTF">2023-08-04T16:49:23Z</dcterms:created>
  <dcterms:modified xsi:type="dcterms:W3CDTF">2023-08-04T17:16:48Z</dcterms:modified>
</cp:coreProperties>
</file>